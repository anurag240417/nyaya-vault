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18cffc8732425c" /><Relationship Type="http://schemas.openxmlformats.org/officeDocument/2006/relationships/extended-properties" Target="/docProps/app.xml" Id="R6621df39844943b2" /><Relationship Type="http://schemas.openxmlformats.org/officeDocument/2006/relationships/officeDocument" Target="/ppt/presentation.xml" Id="Rba37d1cfe6824c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817a2d265c4121"/>
  </p:sldMasterIdLst>
  <p:notesMasterIdLst>
    <p:notesMasterId xmlns:r="http://schemas.openxmlformats.org/officeDocument/2006/relationships" r:id="Rca5179920e3e4c09"/>
  </p:notesMasterIdLst>
  <p:sldIdLst>
    <p:sldId xmlns:r="http://schemas.openxmlformats.org/officeDocument/2006/relationships" id="256" r:id="Ra83bbf3997644dd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8f0fbc1b834247" /><Relationship Type="http://schemas.openxmlformats.org/officeDocument/2006/relationships/slideMaster" Target="/ppt/slideMasters/slideMaster1.xml" Id="R24817a2d265c4121" /><Relationship Type="http://schemas.openxmlformats.org/officeDocument/2006/relationships/notesMaster" Target="/ppt/notesMasters/notesMaster1.xml" Id="Rca5179920e3e4c09" /><Relationship Type="http://schemas.openxmlformats.org/officeDocument/2006/relationships/presProps" Target="/ppt/presProps.xml" Id="R0e73a4cd971d4e2b" /><Relationship Type="http://schemas.openxmlformats.org/officeDocument/2006/relationships/tableStyles" Target="/ppt/tableStyles.xml" Id="R49f95142f78a4fdb" /><Relationship Type="http://schemas.openxmlformats.org/officeDocument/2006/relationships/slide" Target="/ppt/slides/slide1.xml" Id="Ra83bbf3997644d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1147f4dade4e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30f4a3da0041a8" /><Relationship Type="http://schemas.openxmlformats.org/officeDocument/2006/relationships/notesMaster" Target="/ppt/notesMasters/notesMaster1.xml" Id="R16f4e2936ddb48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Text supplied by the user, reproduced as requested. Visual design inspired by the attached reference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ff767952384a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5c05dd77954d77" /><Relationship Type="http://schemas.openxmlformats.org/officeDocument/2006/relationships/slideLayout" Target="/ppt/slideLayouts/slideLayout1.xml" Id="Re22122d0624b4a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2122d0624b4a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be1c139704414" /><Relationship Type="http://schemas.openxmlformats.org/officeDocument/2006/relationships/notesSlide" Target="/ppt/notesSlides/notesSlide1.xml" Id="R10af870f754c414a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9D8BC"/>
            </a:gs>
            <a:gs pos="50000">
              <a:srgbClr val="FFF9F3"/>
            </a:gs>
            <a:gs pos="100000">
              <a:srgbClr val="F9D8BC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F19A2C-3545-49F7-B224-2DF97D23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44E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44E38"/>
                </a:solidFill>
                <a:latin typeface="Arial"/>
                <a:ea typeface="Arial"/>
                <a:cs typeface="Arial"/>
              </a:rPr>
              <a:t>NYAYA VAULT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409D8-82AC-4CAB-B59B-AC6612BA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IMPACT AND BENEFITS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891BE-7DB6-4B32-9285-05B9B253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44E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44E38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7D830-98CF-43FE-9813-14EDBD38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529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44E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44E38"/>
                </a:solidFill>
                <a:latin typeface="Arial"/>
                <a:ea typeface="Arial"/>
                <a:cs typeface="Arial"/>
              </a:rPr>
              <a:t>BENEFITS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D72BC-4E48-4461-AAE1-F77C4FED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76425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B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77EBD-4CC6-4B88-8EB5-6CFAE4DE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ADA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E9A7D-166F-412A-8F3B-A758531F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2194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09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698B3-6F51-4A15-B1A6-121186C4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19300"/>
            <a:ext cx="91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521CB-15A6-487D-86DC-19AA7B84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095500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Faster</a:t>
            </a:r>
          </a:p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Investigations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A24F9-6DAA-4960-9A2E-F252660C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9241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OCR and semantic search find case evidence in seconds instead of hours.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6C8D7-CBA3-4CFC-97D2-1B7D8E87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876425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4147C-1DBB-4931-9EEF-32D5097E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28800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ADA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2DF64-3181-48BD-9321-9368CFA0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05000"/>
            <a:ext cx="32194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B5AD4-673E-45B7-898B-4293A0FA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19300"/>
            <a:ext cx="91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2F2E8-B852-42F1-8C78-80039D04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095500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Court-Ready</a:t>
            </a:r>
          </a:p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7D015-5884-44C0-97E5-7F671C95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19425"/>
            <a:ext cx="29241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Auto-generated Section 63 BSA certificates and hash checks make evidence admissible.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7BA08-F9E5-4012-A73F-FE82325B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76425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DF94BA-9563-4573-ACD6-02E0F478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28800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ADA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D967F-28E4-491A-A9B7-0111361E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0"/>
            <a:ext cx="32194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C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92B52-FCAF-4D94-A643-D0559850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19300"/>
            <a:ext cx="91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61CAD-757D-4AB9-92CB-0B78A6C9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95500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Tamper-Proof</a:t>
            </a:r>
          </a:p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14171-4AEB-4202-97E8-A936A53B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19425"/>
            <a:ext cx="29241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A blockchain-anchored audit trail proves no record was altered.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614BA-EF0F-4524-9699-60F54F1F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1876425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B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494FC-4DFC-4834-BCF5-C54ED4C8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28800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ADA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9BF11D-7F0D-444C-B0F7-FA4957EA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905000"/>
            <a:ext cx="32194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F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F5A303-9B9C-4600-ABAE-4EEF3DCB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2019300"/>
            <a:ext cx="91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E1389-6F91-4EDD-90B1-9B6FABA3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2095500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Victim Privacy</a:t>
            </a:r>
          </a:p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Protected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F1F948-6E1C-4BAA-A40E-491867E8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019425"/>
            <a:ext cx="29241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Redaction, approved by an officer, hides the identities of victims and witnesses.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541DFC-3F5F-4F4C-9606-7FD27C4D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314950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B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9E8B43-CAC6-46E0-86E9-7380334B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ADA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763C67-4C07-4B94-90E3-0F534F51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32194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9F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A8AC26-1273-45E3-B7DA-10E76335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57825"/>
            <a:ext cx="91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0AE801-9732-42B1-A707-D313242E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534025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Secure Access</a:t>
            </a:r>
          </a:p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36C58E-AA7D-4A03-A55F-5241E180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9241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Role, case-assignment and clearance checks keep evidence limited to authorised officers.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0A8F3D-0EB0-4DAA-AB40-B44508D1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314950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B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A7B658-09C5-4FE6-8326-7ED88015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67325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ADA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06EBF6-FE7E-4CF8-B64B-F5D49925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43525"/>
            <a:ext cx="32194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5E7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906260-32CB-4840-9161-DB802ABD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57825"/>
            <a:ext cx="91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332626-24EF-4389-A3D6-BF2F1C7E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534025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AI-Assisted</a:t>
            </a:r>
          </a:p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Work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3BA3FE-7775-4472-8E61-FC15B5E8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457950"/>
            <a:ext cx="29241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An AI assistant and entity extraction cut manual reading and paperwork.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89D996-05AA-42DA-B69B-50E63219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14950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B5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B6E86B-1B04-45D6-A69E-4BC0989F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67325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ADA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6CCD65-BBD6-477E-A856-E1063EB0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43525"/>
            <a:ext cx="32194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DC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11B87C-F53C-414C-8DAD-AE9E8E04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457825"/>
            <a:ext cx="91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D0A472-720A-4921-A2E6-5ECEC2C6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534025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Inclusive &amp;</a:t>
            </a:r>
          </a:p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Multilingual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9F3060-2FE4-442E-A172-91F3FDDA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457950"/>
            <a:ext cx="29241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Works in 6 Indian languages on both desktop and mobile.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308425-0165-4F0D-9A04-494D2EF0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314950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B5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EA3CC0-0490-46F9-91BE-883B7B1A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267325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ADA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AFEFC3-92A5-4A76-BF6D-7B9BBEE0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343525"/>
            <a:ext cx="32194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1C9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136E5C-8527-436A-806A-3C697A15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457825"/>
            <a:ext cx="91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CF6AC2-E03C-417D-8930-57CD45BA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5534025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Low Cost,</a:t>
            </a:r>
          </a:p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Easy to Scale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01C19D-F9A7-4171-8DF7-E90C4A58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57950"/>
            <a:ext cx="29241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Mostly open-source and deployable one department at a time.</a:t>
            </a:r>
          </a:p>
        </p:txBody>
      </p:sp>
    </p:spTree>
    <p:extLst>
      <p:ext uri="{BB962C8B-B14F-4D97-AF65-F5344CB8AC3E}">
        <p14:creationId xmlns:p14="http://schemas.microsoft.com/office/powerpoint/2010/main" val="1697904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2026-09-27T13:09:47.2920000Z</dcterms:created>
  <dcterms:modified xsi:type="dcterms:W3CDTF">2026-09-27T13:09:47.2920000Z</dcterms:modified>
</coreProperties>
</file>